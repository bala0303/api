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0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fundamentals and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and status codes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403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design and execution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5585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and scenarios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Application Programming Interface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rules that allow applications to communicate with each other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data/service from Server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processes request and sends response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Weather app fetches data from weather service via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(Most Common):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= Representational State Transfer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HTTP protocol and standard methods (GET, POST, PUT, DELETE)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- each request is independent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(Frontend/Mobile App) → Makes requests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(What, How, Where) → Travels over internet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(Backend) → Processes request, interacts with 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(Data, Status, Metadata) → Sent back to client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receives and displays data to user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(CRUD Operations)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Main Methods: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- Retrieve data (Read)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- Create new data (Create)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- Update entire resource (Update)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- Partial update (Partial Update)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- Remove data (Delete)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- Describe communication options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Success: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- Request successful, data returned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- Resource created successfully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 - Success but no data in response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 Redirection: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301/302 - Resource moved (permanent/temporary)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Client Error: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- Invalid request format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166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- Authentication required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 - Authenticated but not permitted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- Resource doesn't exist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675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Too Many Requests - Rate limit exceeded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 (Continued)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Server Error: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 - Server processing error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Bad Gateway - Invalid response from upstream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Service Unavailable - Server temporarily down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Gateway Timeout - Request timeout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tell you the result of your request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status code first in API 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200-299: Success | 400-499: Client Problem | 500-599: Server Problem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has 4 Parts: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 Line: METHOD URL HTTP/1.1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863840" cy="36576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/api/users/123 HTTP/1.1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Headers: Metadata about the request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7863840" cy="36576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application/json, Authorization: Bearer token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Body: Data being sent (for POST/PUT/PATCH)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7863840" cy="36576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"John", "email": "john@example.com"}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URL Parameters: Query strings for filtering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7863840" cy="32004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669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/api/users?status=active&amp;page=1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has 4 Parts: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Status Line: HTTP/1.1 200 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Headers: Metadata about the 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7863840" cy="32004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application/json, Content-Length: 256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Body: The actual data returned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7863840" cy="36576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123, "name": "John", "email": "john@example.com"}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Response Time: How long it took to process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Fundamentals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API Testing?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API directly, not through 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request/response data and status codes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business logic at backend level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 APIs?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GUI testing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(no UI flakiness)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test before UI is built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bugs early in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- GUI tool, easy to use, great for beginners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- Similar to Postman, minimalist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46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 - Enterprise tool with advanced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013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5280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/>
              <a:t>Rest Assured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RestAssured - Java library for API testing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 Python framework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User Management API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https://api.example.com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 - List all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/api/users/123 - Get single user by 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/api/users - Create new 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/api/users/123 - Update user (all fields)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/api/users/123 - Update user (specific fields)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/api/users/123 - Delete user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in header: X-API-Key: your-secret-key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GET Request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User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https://api.example.com/api/users/123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Response: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7863840" cy="91440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123,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"John Doe",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"john@example.com",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"active"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200 OK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POST Request (Create)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User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https://api.example.com/api/users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7863840" cy="68580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"Jane Smith",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"jane@example.com",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Response: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7863840" cy="36576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456, "name": "Jane Smith", ... 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201 Created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PUT Request (Full Update)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Entire User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https://api.example.com/api/users/123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(All fields required):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7863840" cy="68580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"John Updated",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"john.new@example.com",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200 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PUT requires all fields. Use PATCH for partial updates.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DELETE Request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User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DELETE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https://api.example.com/api/users/123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body needed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Response: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7863840" cy="36576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"message": "User deleted successfully" 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204 No Content (or 200 OK)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GET request to same ID should return 404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 in APIs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status codes for different scenarios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data matches request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updates correctly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Testing: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(empty, special characters, null)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715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Authentication/Authorization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675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attempts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7178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headers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Test Scenarios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- Normal flow with valid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Testing - Min/max values, empty strings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- Invalid data, missing fields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7175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- Response structure and types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623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Testing - Sequence of calls (create → read → update → delete)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Negative Testing - Missing Field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POST without required email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863840" cy="32004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"John", "age": 28 }  // email missing!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400 Bad Request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863840" cy="32004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94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"error": "Email is required"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Test should FAIL if status is not 400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 &amp; Authorization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Authentication: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header: X-API-Key: your-secret-key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32004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{"X-API-Key": "abc123xyz"}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(OAuth):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header: Authorization: Bearer token-value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7863840" cy="32004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{"Authorization": "Bearer xyz789..."}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 token → 200 OK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token → 401 Unauthorized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760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invalid token → 401 or 403 Forbidden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API Testing Mistakes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status codes - Only checking response body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without base URL - Wrong endpoints tested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test data - Tests fail if data changes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response headers - Missing important metadata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testing - Only happy path tested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test organization - Can't find tests later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validating data types - Only checking presence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performance tests - Find slowness in 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Best Practices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 for URLs and credentials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tests in logical collections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test names and descriptions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 scenarios thoroughly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APIs and expected responses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in CI/CD pipeline automatically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tests independent (no test dependencies)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API Testing Topics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Later Learning: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 - Write automated test scripts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- Test performance under stress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 - Verify API contract compliance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Testing - Different from REST APIs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Testing - Real-time APIs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Testing - Penetration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 - Create fake APIs for testing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Learning Center - postman.com/learning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- ReadTheDocs, Swagger 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APIs - JSONPlaceholder, ReqRes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JSONPlaceholder (fake API) to practice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10 test cases (GET, POST, PUT, DELETE)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happy path and error scenarios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Postman collection and share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communication channels between systems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(GET, POST, PUT, DELETE) define actions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indicate success or failure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is the easiest tool to start with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happy path AND error scenarios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makes perfect - Use real APIs to learn!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1580</Words>
  <Application>Microsoft Office PowerPoint</Application>
  <PresentationFormat>On-screen Show (16:9)</PresentationFormat>
  <Paragraphs>255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API Testing Guide</dc:title>
  <dc:subject>PptxGenJS Presentation</dc:subject>
  <dc:creator>API Testing Training</dc:creator>
  <cp:lastModifiedBy>bala A</cp:lastModifiedBy>
  <cp:revision>10</cp:revision>
  <dcterms:created xsi:type="dcterms:W3CDTF">2026-06-15T14:10:29Z</dcterms:created>
  <dcterms:modified xsi:type="dcterms:W3CDTF">2026-06-17T02:09:04Z</dcterms:modified>
</cp:coreProperties>
</file>